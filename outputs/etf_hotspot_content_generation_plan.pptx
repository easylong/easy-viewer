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f_hotspot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960120"/>
            <a:ext cx="6766560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02A"/>
                </a:solidFill>
                <a:latin typeface="Microsoft YaHei"/>
              </a:rPr>
              <a:t>ETF热点解读
内容生成优化方案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70048"/>
            <a:ext cx="7132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YaHei"/>
              </a:rPr>
              <a:t>从“新闻驱动生成”升级为“事件驱动决策”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5852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Microsoft YaHei"/>
              </a:rPr>
              <a:t>可筛选 · 可匹配 · 可解释 · 可持续优化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49039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V1.0 汇报版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一、现状问题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当前链路已使用事件结构化信息，但关键决策仍偏黑盒。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1. 热点质量不稳定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热度高不等于 ETF 有投资意义，低价值新闻也会进入生成。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099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2. 缺少市场验证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新闻影响没有结合指数、板块、ETF 成交与涨跌表现验证。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661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3. ETF匹配偏黑盒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45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LLM 直接关联 ETF，缺少稳定评分和可复核依据。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673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4. 推荐证据链不足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245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用户看不到为什么推荐这只 ETF，容易产生“不可信”感。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二、目标流程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把内容生产拆成“立项、匹配、生成、校验”四个可解释阶段。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事件结构化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Event Object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39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投资热点立项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Topic 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59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ETF多维评分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Match 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19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79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推荐理由生成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Explain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743200"/>
            <a:ext cx="32003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01000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热点解读生成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Content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09760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20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质量校验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QA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434840"/>
            <a:ext cx="10241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Microsoft YaHei"/>
              </a:rPr>
              <a:t>核心变化：不是看到新闻就写，而是先判断“值得写吗、匹配谁、为什么”。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三、热点立项：Topic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先筛选“值得写的投资热点”，过滤传播热但投资意义弱的新闻。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373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5A5A"/>
                </a:solidFill>
                <a:latin typeface="Microsoft YaHei"/>
              </a:rPr>
              <a:t>新闻价值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92224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传播性、关注度、事件新鲜度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420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市场验证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87751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相关板块/指数/ETF是否上涨、放量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4670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5A5A"/>
                </a:solidFill>
                <a:latin typeface="Microsoft YaHei"/>
              </a:rPr>
              <a:t>投资逻辑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92424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401568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是否具备持续影响和产业链逻辑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5137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5A5A"/>
                </a:solidFill>
                <a:latin typeface="Microsoft YaHei"/>
              </a:rPr>
              <a:t>ETF关联性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97096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206240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能否清晰关联固定基金池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6636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Microsoft YaHei"/>
              </a:rPr>
              <a:t>建议阈值：Topic Score ≥ 70 才进入创作；低于阈值只记录事件，不生成正文。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四、ETF匹配：固定基金池排序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目标不是全市场推荐，而是在既定基金池中找出最契合当前事件的一只。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主题一致性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453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545336"/>
            <a:ext cx="59436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4904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受益逻辑一致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2311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231136"/>
            <a:ext cx="59436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1762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指数覆盖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9169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916936"/>
            <a:ext cx="39623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8620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投资逻辑一致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6027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602736"/>
            <a:ext cx="1981199" cy="164592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5478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成分股关联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2885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4288536"/>
            <a:ext cx="1981199" cy="164592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4233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9966960" cy="5669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57800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Microsoft YaHei"/>
              </a:rPr>
              <a:t>输出：推荐 ETF + 匹配分数 + 命中标签 + 推荐理由 + 风险提示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五、两类核心知识资产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把 Prompt 驱动升级为数据驱动，沉淀可维护资产。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166360" cy="429768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468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Microsoft YaHei"/>
              </a:rPr>
              <a:t>Event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389120" cy="2651760"/>
          </a:xfrm>
          <a:prstGeom prst="rect">
            <a:avLst/>
          </a:prstGeom>
          <a:noFill/>
        </p:spPr>
        <p:txBody>
          <a:bodyPr wrap="none" lIns="4572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新闻标题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核心要点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预期影响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机构观点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市场表现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热点标签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66360" cy="4297680"/>
          </a:xfrm>
          <a:prstGeom prst="roundRect">
            <a:avLst>
              <a:gd name="adj" fmla="val 8000"/>
            </a:avLst>
          </a:prstGeom>
          <a:solidFill>
            <a:srgbClr val="FFEEEE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2468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C5A5A"/>
                </a:solidFill>
                <a:latin typeface="Microsoft YaHei"/>
              </a:rPr>
              <a:t>Fund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31720"/>
            <a:ext cx="4389120" cy="2651760"/>
          </a:xfrm>
          <a:prstGeom prst="rect">
            <a:avLst/>
          </a:prstGeom>
          <a:noFill/>
        </p:spPr>
        <p:txBody>
          <a:bodyPr wrap="none" lIns="4572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一级主题 / 二级标签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投资逻辑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核心行业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核心公司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跟踪指数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典型受益事件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六、热点解读内容结构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生成内容固定为专业、可解释、可复核的结构。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热点事件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发生了什么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733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核心解读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背后的产业/政策/市场逻辑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733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市场验证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7568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指数、板块、ETF表现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关联ETF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为什么利好这只ETF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337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后续观察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99592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2-3个跟踪点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337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风险提示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9592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不确定性与波动风险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七、质量校验规则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生成后必须经过规则校验，减少夸大、跑题和不可解释内容。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63624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不过度承诺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63624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禁止“必涨、确定受益”等表达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21992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68296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ETF关联清晰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68296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必须说明主题、指数或成分股逻辑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26664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72968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市场验证完整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72968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没有市场确认时必须说明“仍需观察”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31336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风险提示必备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77640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至少包含落地、波动、主题降温风险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36008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82312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事实一致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782312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不编造成分股、指数和机构观点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八、落地路径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建议先做最小闭环，再逐步丰富评分维度和知识库。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建立事件对象
Topic Score基础版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97180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维护基金画像
ETF Match 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97180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生成推荐理由
接入内容模板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0" y="297180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质量校验
反馈数据沉淀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7202A"/>
                </a:solidFill>
                <a:latin typeface="Microsoft YaHei"/>
              </a:rPr>
              <a:t>先保证“可筛选 + 可解释”，再追求更复杂的自动化。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九、核心结论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69494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Microsoft YaHei"/>
              </a:rPr>
              <a:t>从 News Driven Generation
升级为 Event Driven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880360"/>
            <a:ext cx="10012680" cy="14630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27248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YaHei"/>
              </a:rPr>
              <a:t>三个关键决策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063240"/>
            <a:ext cx="6949440" cy="868680"/>
          </a:xfrm>
          <a:prstGeom prst="rect">
            <a:avLst/>
          </a:prstGeom>
          <a:noFill/>
        </p:spPr>
        <p:txBody>
          <a:bodyPr wrap="none" lIns="4572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这个热点值不值得做？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固定基金池中哪只 ETF 最契合？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为什么推荐这只 ETF？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956048"/>
            <a:ext cx="9875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7202A"/>
                </a:solidFill>
                <a:latin typeface="Microsoft YaHei"/>
              </a:rPr>
              <a:t>结果：热点质量更稳定，ETF匹配更可解释，内容更专业，也更容易持续优化。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